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9A96E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Annual Report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96E"/>
                </a:solidFill>
                <a:latin typeface="Calibri"/>
              </a:rPr>
              <a:t>CMP Management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4F4"/>
                </a:solidFill>
                <a:latin typeface="Calibri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515600" cy="45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SUMMARY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PROJECTS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total selected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active professionals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PERIOD 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2019 –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date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Projects by Category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97680"/>
            <a:ext cx="3291839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59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Commercial  (3)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754880"/>
            <a:ext cx="4389120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754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Construction  (4)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212080"/>
            <a:ext cx="5486400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52120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Residential  (5)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2019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2019</a:t>
            </a:r>
          </a:p>
        </p:txBody>
      </p:sp>
      <p:pic>
        <p:nvPicPr>
          <p:cNvPr id="6" name="Picture 5" descr="rs=w_365,h_274,cg_tru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The One Bangkok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Substructure and Architectural Work  |  Contract &amp; Commercial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Italian Thai Development Public Company Limited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2020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2020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Thai Oil Clean Oil Project Leam Chabang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OC1 &amp; OC2 Work Packages - Civil &amp; Structure Works  |  Contract &amp; Commercial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Italian Thai Development Public Company Limited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2021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One Bangkok Forum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Art &amp; Cultural Multi-Purpose Hall  |  Contract &amp; Commercial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TTS Engineering 2004 Co., Ltd.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2022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Residence at Kaoyai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6 Buildings Complex | 1500m2  |  Structure Design &amp; Building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2023</a:t>
            </a:r>
          </a:p>
        </p:txBody>
      </p:sp>
      <p:pic>
        <p:nvPicPr>
          <p:cNvPr id="6" name="Picture 5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Atlas Super Club Ratchada Soi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Super Night Club / Entertainment Venue  |  Design, Project Management, Construction Management &amp; 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HW Group Indonesia</a:t>
            </a:r>
          </a:p>
        </p:txBody>
      </p:sp>
      <p:pic>
        <p:nvPicPr>
          <p:cNvPr id="10" name="Picture 9" descr="trp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Teeraporn Clinic Bangkok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6-Storey Medical Building  |  Internal Construction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Italian Thai Development Public Company Limited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2023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KB Private Residence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Structural Design &amp; Building Construction  |  Structural Design &amp; Building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Dear Child Co., Ltd.</a:t>
            </a:r>
          </a:p>
        </p:txBody>
      </p:sp>
      <p:pic>
        <p:nvPicPr>
          <p:cNvPr id="10" name="Picture 9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Frasers Temporary 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7000m2 Clean Room Manufacturing Facility  |  Structure, Architectural &amp; MEP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Frasers Industry / Italian Thai Development Public Company Limited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2023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Custom Department Building Rehabilitation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Pier Repair &amp; Structural Rehabilitation  |  Design of Rehabilitation of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Customs Department Thailand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2024</a:t>
            </a:r>
          </a:p>
        </p:txBody>
      </p:sp>
      <p:pic>
        <p:nvPicPr>
          <p:cNvPr id="6" name="Picture 5" descr="cr=w_600,h_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The Quarter Hotel Ekkamai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8-Storey Building + 1 Basement (Hotel)  |  Construction Management &amp; Quantity Surveying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Urban 63 Company Limited</a:t>
            </a:r>
          </a:p>
        </p:txBody>
      </p:sp>
      <p:pic>
        <p:nvPicPr>
          <p:cNvPr id="10" name="Picture 9" descr="boonnak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Boon Nak Residence Ubon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Design &amp; Building Construction  |  Contractor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Boonnak Kanharin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2025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Baan Parinyada Renovation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Residential Renovation &amp; Construction  |  Renovation Works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K. Kwang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Calibri"/>
              </a:rPr>
              <a:t>TEAM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Johnny Beh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Founder /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30+ years construction &amp; project management expertise. Led major developments across Asia and Middle East. PAM School of Architecture graduate. Fluent: Engli...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699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699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415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Philaiwan Thathisa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415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Finance Director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415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Strategic financial leadership since 2019. Ramkhamhaeng University graduate. Expertise in financial strategy, fiscal discipline, and sustainable growth. Flue...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Worapot Kitcharenchai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Chief Operating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12 years specialized marketing &amp; operations expertise. Drives innovation through data-driven strategies and streamlined project execution. Committed to scala...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627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627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343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Clarence Sim B.H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43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Operations Director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343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15+ years construction &amp; property development. Selkirk College graduate. Expert in cost control &amp; quality assurance. Fluent: English, Mandarin, Thai.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A96E"/>
                </a:solidFill>
                <a:latin typeface="Calibri"/>
              </a:rPr>
              <a:t>From Vision to Guaranteed Reality. 30+ years of construction expertise across Asia.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Schedule strategy review with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Finalise project pipeline for next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Distribute report to partners &amp;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www.cmpmanagementasia.com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51560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