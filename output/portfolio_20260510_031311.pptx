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200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A820"/>
                </a:solidFill>
                <a:latin typeface="Calibri"/>
              </a:rPr>
              <a:t>CMP MANAGEMENT ASIA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68680"/>
            <a:ext cx="5029200" cy="50292"/>
          </a:xfrm>
          <a:prstGeom prst="rect">
            <a:avLst/>
          </a:prstGeom>
          <a:solidFill>
            <a:srgbClr val="E8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0"/>
            <a:ext cx="6858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Test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9319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ADCFC"/>
                </a:solidFill>
                <a:latin typeface="Calibri"/>
              </a:rPr>
              <a:t>Smoke Test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88952" cy="50292"/>
          </a:xfrm>
          <a:prstGeom prst="rect">
            <a:avLst/>
          </a:prstGeom>
          <a:solidFill>
            <a:srgbClr val="E8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G_20251209_1646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0"/>
            <a:ext cx="71597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0" y="0"/>
            <a:ext cx="7159752" cy="6858000"/>
          </a:xfrm>
          <a:prstGeom prst="rect">
            <a:avLst/>
          </a:prstGeom>
          <a:solidFill>
            <a:srgbClr val="1E276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0" y="0"/>
            <a:ext cx="7159752" cy="6858000"/>
          </a:xfrm>
          <a:prstGeom prst="rect">
            <a:avLst/>
          </a:prstGeom>
          <a:solidFill>
            <a:srgbClr val="2B37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2743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A820"/>
                </a:solidFill>
                <a:latin typeface="Calibri"/>
              </a:rPr>
              <a:t>01 /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685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E8A820"/>
                </a:solidFill>
                <a:latin typeface="Calibri"/>
              </a:rPr>
              <a:t>CONSTRUCTION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1097280"/>
            <a:ext cx="4389120" cy="50292"/>
          </a:xfrm>
          <a:prstGeom prst="rect">
            <a:avLst/>
          </a:prstGeom>
          <a:solidFill>
            <a:srgbClr val="E8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" y="1234440"/>
            <a:ext cx="4480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Atlas Super Club Ratchada Soi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" y="274320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Super Night Club / Entertainment Venue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" y="3337560"/>
            <a:ext cx="4389120" cy="18288"/>
          </a:xfrm>
          <a:prstGeom prst="rect">
            <a:avLst/>
          </a:prstGeom>
          <a:solidFill>
            <a:srgbClr val="5A6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" y="34290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EFF"/>
                </a:solidFill>
                <a:latin typeface="Calibri"/>
              </a:rPr>
              <a:t>Client: HW Group Indonesia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" y="3822191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EFF"/>
                </a:solidFill>
                <a:latin typeface="Calibri"/>
              </a:rPr>
              <a:t>Role: Design, Project Management, Construction Management &amp; QS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" y="435254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A820"/>
                </a:solidFill>
                <a:latin typeface="Calibri"/>
              </a:rPr>
              <a:t>2023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748272"/>
            <a:ext cx="12188952" cy="50292"/>
          </a:xfrm>
          <a:prstGeom prst="rect">
            <a:avLst/>
          </a:prstGeom>
          <a:solidFill>
            <a:srgbClr val="E8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2743200"/>
            <a:ext cx="5486400" cy="50292"/>
          </a:xfrm>
          <a:prstGeom prst="rect">
            <a:avLst/>
          </a:prstGeom>
          <a:solidFill>
            <a:srgbClr val="E8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9260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ADCFC"/>
                </a:solidFill>
                <a:latin typeface="Calibri"/>
              </a:rPr>
              <a:t>From Vision to Guaranteed Reality. 30+ years of construction expertise across Asia.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931920"/>
            <a:ext cx="6400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EFF"/>
                </a:solidFill>
                <a:latin typeface="Calibri"/>
              </a:rPr>
              <a:t>CMP Management Asia
www.cmpmanagementasia.com
contact@cmpmanagementasia.com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88952" cy="50292"/>
          </a:xfrm>
          <a:prstGeom prst="rect">
            <a:avLst/>
          </a:prstGeom>
          <a:solidFill>
            <a:srgbClr val="E8A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