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Test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ADCFC"/>
                </a:solidFill>
              </a:rPr>
              <a:t>Smoke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</a:rPr>
              <a:t>From Vision to Guaranteed Reality. 30+ years of construction expertise across Asia.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</a:rPr>
              <a:t>Company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1E2E"/>
                </a:solidFill>
              </a:rPr>
              <a:t>CMP Management 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From Vision to Guaranteed Reality. 30+ years of construction expertise across Asia.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Years of
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24028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331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Expert
Team Members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24028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3317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17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Service
Disciplines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Serving clients across Asia with integrated construction and project management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TEAM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Johnny Beh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Founder / CEO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9436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943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2E"/>
                </a:solidFill>
              </a:rPr>
              <a:t>30+ years construction &amp; project management expertise. Led major developments across Asia and Middle East. PAM School of Architecture graduate. Fluent: English, Bahasa Malaysia, Mandarin.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"/>
            <a:ext cx="2103120" cy="46863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ADCFC"/>
                </a:solidFill>
              </a:rPr>
              <a:t>JB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Featured Projects</a:t>
            </a:r>
          </a:p>
        </p:txBody>
      </p:sp>
      <p:pic>
        <p:nvPicPr>
          <p:cNvPr id="4" name="Picture 3" descr="IMG_20251209_164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2694432" cy="141046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2324862"/>
            <a:ext cx="2694432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343150"/>
            <a:ext cx="2602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Atlas Super Club Ratchada Soi 4</a:t>
            </a:r>
          </a:p>
        </p:txBody>
      </p:sp>
      <p:pic>
        <p:nvPicPr>
          <p:cNvPr id="7" name="Picture 6" descr="rs=w_365,h_274,cg_tru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784" y="914400"/>
            <a:ext cx="2694432" cy="14104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24784" y="2324862"/>
            <a:ext cx="2694432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0504" y="2343150"/>
            <a:ext cx="2602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 One Bangkok</a:t>
            </a:r>
          </a:p>
        </p:txBody>
      </p:sp>
      <p:pic>
        <p:nvPicPr>
          <p:cNvPr id="10" name="Picture 9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808" y="914400"/>
            <a:ext cx="2694432" cy="14104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83808" y="2324862"/>
            <a:ext cx="2694432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9528" y="2343150"/>
            <a:ext cx="2602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KB Private Residence</a:t>
            </a:r>
          </a:p>
        </p:txBody>
      </p:sp>
      <p:pic>
        <p:nvPicPr>
          <p:cNvPr id="13" name="Picture 12" descr="cr=w_600,h_3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836926"/>
            <a:ext cx="2694432" cy="141046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5760" y="4247388"/>
            <a:ext cx="2694432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265675"/>
            <a:ext cx="2602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 Quarter Hotel Ekkamai</a:t>
            </a:r>
          </a:p>
        </p:txBody>
      </p:sp>
      <p:pic>
        <p:nvPicPr>
          <p:cNvPr id="16" name="Picture 15" descr="trpher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4784" y="2836926"/>
            <a:ext cx="2694432" cy="141046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224784" y="4247388"/>
            <a:ext cx="2694432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0504" y="4265675"/>
            <a:ext cx="2602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Teeraporn Clinic Bangkok</a:t>
            </a:r>
          </a:p>
        </p:txBody>
      </p:sp>
      <p:pic>
        <p:nvPicPr>
          <p:cNvPr id="19" name="Picture 18" descr="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808" y="2836926"/>
            <a:ext cx="2694432" cy="141046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83808" y="4247388"/>
            <a:ext cx="2694432" cy="320040"/>
          </a:xfrm>
          <a:prstGeom prst="rect">
            <a:avLst/>
          </a:prstGeom>
          <a:solidFill>
            <a:srgbClr val="28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9528" y="4265675"/>
            <a:ext cx="2602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Baan Parinyada Renovation 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</a:rPr>
              <a:t>CMP Management Asia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ADCFC"/>
                </a:solidFill>
              </a:rPr>
              <a:t>From Vision to Guaranteed Reality. 30+ years of construction expertise across Asia.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www.cmpmanagementasia.com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info@cmpmanagementasia.com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