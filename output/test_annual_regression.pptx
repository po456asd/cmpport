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9A96E"/>
                </a:solidFill>
                <a:latin typeface="Calibri"/>
              </a:rPr>
              <a:t>CMP MANAGEMENT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Test Annual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A96E"/>
                </a:solidFill>
                <a:latin typeface="Calibri"/>
              </a:rP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4F4"/>
                </a:solidFill>
                <a:latin typeface="Calibri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515600" cy="457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SUMMARY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Calibri"/>
              </a:rPr>
              <a:t>PROJECTS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F4F4"/>
                </a:solidFill>
                <a:latin typeface="Calibri"/>
              </a:rPr>
              <a:t>total selected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46304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Calibri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F4F4"/>
                </a:solidFill>
                <a:latin typeface="Calibri"/>
              </a:rPr>
              <a:t>active professionals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46304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Calibri"/>
              </a:rPr>
              <a:t>PERIOD COVERED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2023 –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F4F4"/>
                </a:solidFill>
                <a:latin typeface="Calibri"/>
              </a:rPr>
              <a:t>date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Projects by Category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97680"/>
            <a:ext cx="2194560" cy="3474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4297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Construction  (2)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2023</a:t>
            </a:r>
          </a:p>
        </p:txBody>
      </p:sp>
      <p:pic>
        <p:nvPicPr>
          <p:cNvPr id="6" name="Picture 5" descr="IMG_20251209_1646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Atlas Super Club Ratchada Soi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Super Night Club / Entertainment Venue  |  Design, Project Management, Construction Management &amp; QS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HW Group Indonesia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2024</a:t>
            </a:r>
          </a:p>
        </p:txBody>
      </p:sp>
      <p:pic>
        <p:nvPicPr>
          <p:cNvPr id="6" name="Picture 5" descr="cr=w_600,h_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The Quarter Hotel Ekkamai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8-Storey Building + 1 Basement (Hotel)  |  Construction Management &amp; Quantity Surveying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Urban 63 Company Limited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Calibri"/>
              </a:rPr>
              <a:t>TEAM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Johnny Beh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Founder /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30+ years construction &amp; project management expertise. Led major developments across Asia and Middle East. PAM School of Architecture graduate. Fluent: Engli...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699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699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415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Philaiwan Thathisa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415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Finance Director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415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Strategic financial leadership since 2019. Ramkhamhaeng University graduate. Expertise in financial strategy, fiscal discipline, and sustainable growth. Flue...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879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Worapot Kitcharenchai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Chief Operating Officer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12 years specialized marketing &amp; operations expertise. Drives innovation through data-driven strategies and streamlined project execution. Committed to scala...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627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627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343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Clarence Sim B.H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343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Operations Director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343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15+ years construction &amp; property development. Selkirk College graduate. Expert in cost control &amp; quality assurance. Fluent: English, Mandarin, Thai.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CMP MANAGEMENT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A96E"/>
                </a:solidFill>
                <a:latin typeface="Calibri"/>
              </a:rPr>
              <a:t>From Vision to Guaranteed Reality. 30+ years of construction expertise across Asia.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  <a:latin typeface="Calibri"/>
              </a:rPr>
              <a:t>•  Schedule strategy review with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  <a:latin typeface="Calibri"/>
              </a:rPr>
              <a:t>•  Finalise project pipeline for next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  <a:latin typeface="Calibri"/>
              </a:rPr>
              <a:t>•  Distribute report to partners &amp;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www.cmpmanagementasia.com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51560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