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</a:rPr>
              <a:t>CMP Management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ADCFC"/>
                </a:solidFill>
              </a:rPr>
              <a:t>CMP Management 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ADCFC"/>
                </a:solidFill>
              </a:rPr>
              <a:t>From Vision to Guaranteed Reality. 30+ years of construction expertise across Asia.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</a:rPr>
              <a:t>Company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1E2E"/>
                </a:solidFill>
              </a:rPr>
              <a:t>CMP Management 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From Vision to Guaranteed Reality. 30+ years of construction expertise across Asia.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345436" y="224028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45436" y="23317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30+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5436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Years of
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1476" y="224028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1476" y="23317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1476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Expert
Team Members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57516" y="224028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7516" y="23317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516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Service
Disciplines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</a:rPr>
              <a:t>Serving clients across Asia with integrated construction and project management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TEAM 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</a:rPr>
              <a:t>Johnny Beh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Founder / CEO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9436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5943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30+ years construction &amp; project management expertise. Led major developments across Asia and Middle East. PAM School of Architecture graduate. Fluent: English, Bahasa Malaysia, Mandarin.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57200"/>
            <a:ext cx="2103120" cy="6400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ADCFC"/>
                </a:solidFill>
              </a:rPr>
              <a:t>JB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TEAM 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</a:rPr>
              <a:t>Philaiwan Thathisa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Finance Director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9436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5943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Strategic financial leadership since 2019. Ramkhamhaeng University graduate. Expertise in financial strategy, fiscal discipline, and sustainable growth. Fluent: Thai, English.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57200"/>
            <a:ext cx="2103120" cy="6400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ADCFC"/>
                </a:solidFill>
              </a:rPr>
              <a:t>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TEAM 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</a:rPr>
              <a:t>Worapot Kitcharenchai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Chief Operating Officer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9436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5943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12 years specialized marketing &amp; operations expertise. Drives innovation through data-driven strategies and streamlined project execution. Committed to scalable growth and industry leadership.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57200"/>
            <a:ext cx="2103120" cy="6400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ADCFC"/>
                </a:solidFill>
              </a:rPr>
              <a:t>WK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TEAM 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</a:rPr>
              <a:t>Clarence Sim B.H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Operations Director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9436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5943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15+ years construction &amp; property development. Selkirk College graduate. Expert in cost control &amp; quality assurance. Fluent: English, Mandarin, Thai.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57200"/>
            <a:ext cx="2103120" cy="6400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ADCFC"/>
                </a:solidFill>
              </a:rPr>
              <a:t>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Featured Projects</a:t>
            </a:r>
          </a:p>
        </p:txBody>
      </p:sp>
      <p:pic>
        <p:nvPicPr>
          <p:cNvPr id="4" name="Picture 3" descr="IMG_20251209_1646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3709416" cy="22677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3182112"/>
            <a:ext cx="3709416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3617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Atlas Super Club Ratchada Soi 4</a:t>
            </a:r>
          </a:p>
        </p:txBody>
      </p:sp>
      <p:pic>
        <p:nvPicPr>
          <p:cNvPr id="7" name="Picture 6" descr="rs=w_365,h_274,cg_tru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768" y="914400"/>
            <a:ext cx="3709416" cy="22677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39768" y="3182112"/>
            <a:ext cx="3709416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5488" y="3200400"/>
            <a:ext cx="3617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 One Bangkok</a:t>
            </a:r>
          </a:p>
        </p:txBody>
      </p:sp>
      <p:pic>
        <p:nvPicPr>
          <p:cNvPr id="10" name="Picture 9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776" y="914400"/>
            <a:ext cx="3709416" cy="226771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13776" y="3182112"/>
            <a:ext cx="3709416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9496" y="3200400"/>
            <a:ext cx="3617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KB Private Residence</a:t>
            </a:r>
          </a:p>
        </p:txBody>
      </p:sp>
      <p:pic>
        <p:nvPicPr>
          <p:cNvPr id="13" name="Picture 12" descr="cr=w_600,h_3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694176"/>
            <a:ext cx="3709416" cy="22677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65760" y="5961888"/>
            <a:ext cx="3709416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980176"/>
            <a:ext cx="3617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 Quarter Hotel Ekkamai</a:t>
            </a:r>
          </a:p>
        </p:txBody>
      </p:sp>
      <p:pic>
        <p:nvPicPr>
          <p:cNvPr id="16" name="Picture 15" descr="trpher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9768" y="3694176"/>
            <a:ext cx="3709416" cy="226771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239768" y="5961888"/>
            <a:ext cx="3709416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5488" y="5980176"/>
            <a:ext cx="3617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Teeraporn Clinic Bangkok</a:t>
            </a:r>
          </a:p>
        </p:txBody>
      </p:sp>
      <p:pic>
        <p:nvPicPr>
          <p:cNvPr id="19" name="Picture 18" descr="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3776" y="3694176"/>
            <a:ext cx="3709416" cy="226771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113776" y="5961888"/>
            <a:ext cx="3709416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9496" y="5980176"/>
            <a:ext cx="3617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Baan Parinyada Renovation 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</a:rPr>
              <a:t>CMP Management Asia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ADCFC"/>
                </a:solidFill>
              </a:rPr>
              <a:t>From Vision to Guaranteed Reality. 30+ years of construction expertise across Asia.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www.cmpmanagementasia.com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info@cmpmanagementasia.com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