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C9A96E"/>
                </a:solidFill>
                <a:latin typeface="Calibri"/>
              </a:rPr>
              <a:t>CMP MANAGEMENT 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Test Annual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A96E"/>
                </a:solidFill>
                <a:latin typeface="Calibri"/>
              </a:rPr>
              <a:t>Smoke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F4F4"/>
                </a:solidFill>
                <a:latin typeface="Calibri"/>
              </a:rP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515600" cy="4572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SUMMARY STATISTICS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63040"/>
            <a:ext cx="32004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E"/>
                </a:solidFill>
                <a:latin typeface="Calibri"/>
              </a:rPr>
              <a:t>PROJECTS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4F4F4"/>
                </a:solidFill>
                <a:latin typeface="Calibri"/>
              </a:rPr>
              <a:t>total selected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463040"/>
            <a:ext cx="32004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E"/>
                </a:solidFill>
                <a:latin typeface="Calibri"/>
              </a:rP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4F4F4"/>
                </a:solidFill>
                <a:latin typeface="Calibri"/>
              </a:rPr>
              <a:t>active professionals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463040"/>
            <a:ext cx="3200400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00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9A96E"/>
                </a:solidFill>
                <a:latin typeface="Calibri"/>
              </a:rPr>
              <a:t>PERIOD COVERED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196596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2023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926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4F4F4"/>
                </a:solidFill>
                <a:latin typeface="Calibri"/>
              </a:rPr>
              <a:t>date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Projects by Category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297680"/>
            <a:ext cx="731520" cy="3657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Construction  (1)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297680"/>
            <a:ext cx="1097280" cy="34747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4297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Construction  (1)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TIMELINE  —  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1A2E"/>
                </a:solidFill>
                <a:latin typeface="Calibri"/>
              </a:rPr>
              <a:t>2023</a:t>
            </a:r>
          </a:p>
        </p:txBody>
      </p:sp>
      <p:pic>
        <p:nvPicPr>
          <p:cNvPr id="6" name="Picture 5" descr="IMG_20251209_1646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097280"/>
            <a:ext cx="9144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0876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Atlas Super Club Ratchada Soi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434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Super Night Club / Entertainment Venue  |  Design, Project Management, Construction Management &amp; QS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Client: HW Group Indonesia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2E"/>
                </a:solidFill>
                <a:latin typeface="Calibri"/>
              </a:rPr>
              <a:t>TEAM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814316" y="1188720"/>
            <a:ext cx="2560320" cy="34747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14316" y="1188720"/>
            <a:ext cx="2560320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51476" y="1371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Johnny Beh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1476" y="1901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96E"/>
                </a:solidFill>
                <a:latin typeface="Calibri"/>
              </a:rPr>
              <a:t>Founder /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1476" y="23317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F4F4"/>
                </a:solidFill>
                <a:latin typeface="Calibri"/>
              </a:rPr>
              <a:t>30+ years construction &amp; project management expertise. Led major developments across Asia and Middle East. PAM School of Architecture graduate. Fluent: Engli...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CMP MANAGEMENT 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A96E"/>
                </a:solidFill>
                <a:latin typeface="Calibri"/>
              </a:rPr>
              <a:t>From Vision to Guaranteed Reality. 30+ years of construction expertise across Asia.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  <a:latin typeface="Calibri"/>
              </a:rPr>
              <a:t>•  Schedule strategy review with 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  <a:latin typeface="Calibri"/>
              </a:rPr>
              <a:t>•  Finalise project pipeline for next 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F4F4"/>
                </a:solidFill>
                <a:latin typeface="Calibri"/>
              </a:rPr>
              <a:t>•  Distribute report to partners &amp; 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96E"/>
                </a:solidFill>
                <a:latin typeface="Calibri"/>
              </a:rPr>
              <a:t>www.cmpmanagementasia.com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515600" cy="3657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