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Test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2E"/>
                </a:solidFill>
              </a:rPr>
              <a:t>CMP Management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5436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5436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5436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Years of
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1476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1476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1476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Expert
Team Members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7516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7516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516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Service
Disciplines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Serving clients across Asia with integrated construction and project management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Johnny Beh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Founder / CEO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30+ years construction &amp; project management expertise. Led major developments across Asia and Middle East. PAM School of Architecture graduate. Fluent: English, Bahasa Malaysia, Mandarin.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6400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JB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Philaiwan Thathisa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Finance Director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Strategic financial leadership since 2019. Ramkhamhaeng University graduate. Expertise in financial strategy, fiscal discipline, and sustainable growth. Fluent: Thai,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6400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Featured Projects</a:t>
            </a:r>
          </a:p>
        </p:txBody>
      </p:sp>
      <p:pic>
        <p:nvPicPr>
          <p:cNvPr id="4" name="Picture 3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3709416" cy="22677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3182112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Atlas Super Club Ratchada Soi 4</a:t>
            </a:r>
          </a:p>
        </p:txBody>
      </p:sp>
      <p:pic>
        <p:nvPicPr>
          <p:cNvPr id="7" name="Picture 6" descr="rs=w_365,h_274,cg_tru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768" y="914400"/>
            <a:ext cx="3709416" cy="2267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39768" y="3182112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5488" y="3200400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One Bangkok</a:t>
            </a:r>
          </a:p>
        </p:txBody>
      </p:sp>
      <p:pic>
        <p:nvPicPr>
          <p:cNvPr id="10" name="Picture 9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776" y="914400"/>
            <a:ext cx="3709416" cy="22677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13776" y="3182112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9496" y="3200400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KB Private Residence</a:t>
            </a:r>
          </a:p>
        </p:txBody>
      </p:sp>
      <p:pic>
        <p:nvPicPr>
          <p:cNvPr id="13" name="Picture 12" descr="cr=w_600,h_3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694176"/>
            <a:ext cx="3709416" cy="22677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5961888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980176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Quarter Hotel Ekkamai</a:t>
            </a:r>
          </a:p>
        </p:txBody>
      </p:sp>
      <p:pic>
        <p:nvPicPr>
          <p:cNvPr id="16" name="Picture 15" descr="trpher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768" y="3694176"/>
            <a:ext cx="3709416" cy="226771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39768" y="5961888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5488" y="5980176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Teeraporn Clinic Bangkok</a:t>
            </a:r>
          </a:p>
        </p:txBody>
      </p:sp>
      <p:pic>
        <p:nvPicPr>
          <p:cNvPr id="19" name="Picture 18" descr="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776" y="3694176"/>
            <a:ext cx="3709416" cy="226771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13776" y="5961888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9496" y="5980176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Baan Parinyada Renovation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ADCFC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www.cmpmanagementasia.com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info@cmpmanagementasia.com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